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77" r:id="rId3"/>
    <p:sldId id="287" r:id="rId4"/>
    <p:sldId id="288" r:id="rId5"/>
    <p:sldId id="289" r:id="rId6"/>
    <p:sldId id="283" r:id="rId7"/>
    <p:sldId id="278" r:id="rId8"/>
    <p:sldId id="290" r:id="rId9"/>
    <p:sldId id="291" r:id="rId10"/>
    <p:sldId id="292" r:id="rId11"/>
    <p:sldId id="293" r:id="rId12"/>
    <p:sldId id="284" r:id="rId13"/>
    <p:sldId id="295" r:id="rId14"/>
    <p:sldId id="280" r:id="rId15"/>
    <p:sldId id="296" r:id="rId16"/>
    <p:sldId id="297" r:id="rId17"/>
    <p:sldId id="298" r:id="rId18"/>
    <p:sldId id="299" r:id="rId19"/>
    <p:sldId id="300" r:id="rId20"/>
    <p:sldId id="301" r:id="rId21"/>
    <p:sldId id="281" r:id="rId22"/>
    <p:sldId id="302" r:id="rId23"/>
    <p:sldId id="304" r:id="rId24"/>
    <p:sldId id="305" r:id="rId25"/>
    <p:sldId id="306" r:id="rId26"/>
    <p:sldId id="307" r:id="rId27"/>
    <p:sldId id="303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94" d="100"/>
          <a:sy n="94" d="100"/>
        </p:scale>
        <p:origin x="720" y="66"/>
      </p:cViewPr>
      <p:guideLst/>
    </p:cSldViewPr>
  </p:slideViewPr>
  <p:outlineViewPr>
    <p:cViewPr>
      <p:scale>
        <a:sx n="33" d="100"/>
        <a:sy n="33" d="100"/>
      </p:scale>
      <p:origin x="0" y="-15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8" d="100"/>
        <a:sy n="118" d="100"/>
      </p:scale>
      <p:origin x="0" y="-2118"/>
    </p:cViewPr>
  </p:sorter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1D8C5-7865-48B5-8293-E5A5AFC4FE78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C593E-7E94-4024-8F22-A75530BCB6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72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bint.html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Fonte: </a:t>
            </a:r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34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36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617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70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368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299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912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720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059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15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301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95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079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59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43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561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07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479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754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414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1023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0740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619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0816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63240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8093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https://www.ime.usp.br/~pf/algoritmos/aulas/bint.html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C593E-7E94-4024-8F22-A75530BCB624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005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EBE5BA5-1995-4A79-8626-CB2405506D4C}" type="datetimeFigureOut">
              <a:rPr lang="pt-BR" smtClean="0"/>
              <a:t>23/03/2026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F23EA3A-3FC7-4814-A14A-B7FC522C4A1F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36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pic>
        <p:nvPicPr>
          <p:cNvPr id="8" name="Imagem 7" descr="Uma imagem contendo Texto&#10;&#10;Descrição gerada automaticamente">
            <a:extLst>
              <a:ext uri="{FF2B5EF4-FFF2-40B4-BE49-F238E27FC236}">
                <a16:creationId xmlns:a16="http://schemas.microsoft.com/office/drawing/2014/main" id="{DF5E4EDE-FE2B-4316-F6B0-CA2118D88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122" y="19023"/>
            <a:ext cx="779351" cy="53553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FE04E81-C5BD-8AAB-9F9E-EA73B7253E6F}"/>
              </a:ext>
            </a:extLst>
          </p:cNvPr>
          <p:cNvSpPr txBox="1"/>
          <p:nvPr userDrawn="1"/>
        </p:nvSpPr>
        <p:spPr>
          <a:xfrm>
            <a:off x="8092227" y="4888534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18/02/2025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14A8DB-4763-6936-3D69-76792C8ABAEF}"/>
              </a:ext>
            </a:extLst>
          </p:cNvPr>
          <p:cNvSpPr txBox="1"/>
          <p:nvPr userDrawn="1"/>
        </p:nvSpPr>
        <p:spPr>
          <a:xfrm>
            <a:off x="44906" y="4866500"/>
            <a:ext cx="3165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Estruturas de 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CF8BEC7-5D57-B050-136E-A5A983FC7446}"/>
              </a:ext>
            </a:extLst>
          </p:cNvPr>
          <p:cNvSpPr txBox="1"/>
          <p:nvPr userDrawn="1"/>
        </p:nvSpPr>
        <p:spPr>
          <a:xfrm>
            <a:off x="3678148" y="4866501"/>
            <a:ext cx="1787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Prof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Carlos Veríssimo</a:t>
            </a:r>
          </a:p>
        </p:txBody>
      </p:sp>
    </p:spTree>
    <p:extLst>
      <p:ext uri="{BB962C8B-B14F-4D97-AF65-F5344CB8AC3E}">
        <p14:creationId xmlns:p14="http://schemas.microsoft.com/office/powerpoint/2010/main" val="148092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EBE5BA5-1995-4A79-8626-CB2405506D4C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F23EA3A-3FC7-4814-A14A-B7FC522C4A1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91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64360-8EB3-44A9-A94E-A190CAA79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ED</a:t>
            </a:r>
            <a:br>
              <a:rPr lang="pt-BR" dirty="0"/>
            </a:br>
            <a:r>
              <a:rPr lang="pt-BR" sz="2000" dirty="0"/>
              <a:t>Estruturas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5F63BD-098B-49A4-AAD8-CC9CFA333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Ponteiro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6205383-A2DB-4C1A-8ADB-5160F72C7999}"/>
              </a:ext>
            </a:extLst>
          </p:cNvPr>
          <p:cNvSpPr/>
          <p:nvPr/>
        </p:nvSpPr>
        <p:spPr>
          <a:xfrm>
            <a:off x="7172906" y="4621909"/>
            <a:ext cx="1971094" cy="41919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Prof. Carlos Veríssimo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10FD09-2557-449A-95AD-A3A81354EB27}"/>
              </a:ext>
            </a:extLst>
          </p:cNvPr>
          <p:cNvSpPr/>
          <p:nvPr/>
        </p:nvSpPr>
        <p:spPr>
          <a:xfrm>
            <a:off x="289826" y="4652992"/>
            <a:ext cx="1038132" cy="35703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18/02/2025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51CB78-0BDC-796B-50C6-13429B141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52" y="321914"/>
            <a:ext cx="1750695" cy="17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 –Inverter Caracteres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8592DAA-CCA1-2E45-2D6F-E92F8DA0D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E563203-EDDD-EF9E-404F-3AADD582D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740" y="1272101"/>
            <a:ext cx="6073406" cy="387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1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7844E2-4F40-31C7-503B-7BCA3F638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5369"/>
            <a:ext cx="4455016" cy="283978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038B8B-BF83-AF74-9F46-2F62117FBCC3}"/>
              </a:ext>
            </a:extLst>
          </p:cNvPr>
          <p:cNvSpPr/>
          <p:nvPr/>
        </p:nvSpPr>
        <p:spPr>
          <a:xfrm>
            <a:off x="42530" y="2744350"/>
            <a:ext cx="4369956" cy="149452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6CFD39F-0359-ADFB-58B2-35AB0FA64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607384"/>
            <a:ext cx="4460400" cy="2780208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 flipV="1">
            <a:off x="1383803" y="2133600"/>
            <a:ext cx="4417907" cy="5508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8A71424E-EFAF-B4B0-3110-66A3B2DF5829}"/>
              </a:ext>
            </a:extLst>
          </p:cNvPr>
          <p:cNvSpPr/>
          <p:nvPr/>
        </p:nvSpPr>
        <p:spPr>
          <a:xfrm>
            <a:off x="123802" y="2538016"/>
            <a:ext cx="1252612" cy="318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86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5E550EB-01F0-4D06-2AD6-0CB8F820F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18" y="1585223"/>
            <a:ext cx="4456800" cy="27779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7844E2-4F40-31C7-503B-7BCA3F63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5369"/>
            <a:ext cx="4455016" cy="283978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038B8B-BF83-AF74-9F46-2F62117FBCC3}"/>
              </a:ext>
            </a:extLst>
          </p:cNvPr>
          <p:cNvSpPr/>
          <p:nvPr/>
        </p:nvSpPr>
        <p:spPr>
          <a:xfrm>
            <a:off x="42530" y="3016459"/>
            <a:ext cx="4369956" cy="1222412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>
            <a:off x="1376414" y="2850180"/>
            <a:ext cx="347471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8A71424E-EFAF-B4B0-3110-66A3B2DF5829}"/>
              </a:ext>
            </a:extLst>
          </p:cNvPr>
          <p:cNvSpPr/>
          <p:nvPr/>
        </p:nvSpPr>
        <p:spPr>
          <a:xfrm>
            <a:off x="123802" y="2720891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45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inha do tempo&#10;&#10;Descrição gerada automaticamente">
            <a:extLst>
              <a:ext uri="{FF2B5EF4-FFF2-40B4-BE49-F238E27FC236}">
                <a16:creationId xmlns:a16="http://schemas.microsoft.com/office/drawing/2014/main" id="{BF0F0C4A-05B2-6FBB-89BF-45370EDC4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818" y="1565369"/>
            <a:ext cx="4456800" cy="284281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7844E2-4F40-31C7-503B-7BCA3F63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5369"/>
            <a:ext cx="4455016" cy="2839781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0A2CACF-18C0-F985-9C57-56A735567577}"/>
              </a:ext>
            </a:extLst>
          </p:cNvPr>
          <p:cNvCxnSpPr>
            <a:cxnSpLocks/>
          </p:cNvCxnSpPr>
          <p:nvPr/>
        </p:nvCxnSpPr>
        <p:spPr>
          <a:xfrm flipV="1">
            <a:off x="2300438" y="3520966"/>
            <a:ext cx="4352610" cy="1062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8CB9254-CD3A-6A88-31EE-646493920B92}"/>
              </a:ext>
            </a:extLst>
          </p:cNvPr>
          <p:cNvSpPr/>
          <p:nvPr/>
        </p:nvSpPr>
        <p:spPr>
          <a:xfrm>
            <a:off x="42530" y="1547924"/>
            <a:ext cx="4369956" cy="1894862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9F9384E-E9D5-B68A-3E4F-B0588CC424DB}"/>
              </a:ext>
            </a:extLst>
          </p:cNvPr>
          <p:cNvSpPr/>
          <p:nvPr/>
        </p:nvSpPr>
        <p:spPr>
          <a:xfrm>
            <a:off x="-66050" y="3726454"/>
            <a:ext cx="4369956" cy="512418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A71424E-EFAF-B4B0-3110-66A3B2DF5829}"/>
              </a:ext>
            </a:extLst>
          </p:cNvPr>
          <p:cNvSpPr/>
          <p:nvPr/>
        </p:nvSpPr>
        <p:spPr>
          <a:xfrm>
            <a:off x="123802" y="3442785"/>
            <a:ext cx="2176636" cy="3687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5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788394" y="904628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Programa#01 – Programação estruturada/linear</a:t>
            </a:r>
          </a:p>
        </p:txBody>
      </p:sp>
      <p:pic>
        <p:nvPicPr>
          <p:cNvPr id="5" name="Imagem 4" descr="Linha do tempo&#10;&#10;Descrição gerada automaticamente">
            <a:extLst>
              <a:ext uri="{FF2B5EF4-FFF2-40B4-BE49-F238E27FC236}">
                <a16:creationId xmlns:a16="http://schemas.microsoft.com/office/drawing/2014/main" id="{B8057D11-B142-E82A-2C47-28FE1DCE6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96849"/>
            <a:ext cx="4456800" cy="284281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2CA17E5-D662-5B7B-488E-4515FABC5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9883"/>
            <a:ext cx="4455016" cy="283978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C98544F-62CD-9870-6AA6-DF20307C8C28}"/>
              </a:ext>
            </a:extLst>
          </p:cNvPr>
          <p:cNvSpPr/>
          <p:nvPr/>
        </p:nvSpPr>
        <p:spPr>
          <a:xfrm>
            <a:off x="202044" y="1696849"/>
            <a:ext cx="4369956" cy="245651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94F7424-3B7A-8F49-566C-17D3E14E31C1}"/>
              </a:ext>
            </a:extLst>
          </p:cNvPr>
          <p:cNvSpPr/>
          <p:nvPr/>
        </p:nvSpPr>
        <p:spPr>
          <a:xfrm>
            <a:off x="462709" y="4098274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82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57B86E6-0430-E994-7ABA-80827BA4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278" y="1354151"/>
            <a:ext cx="5224701" cy="341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5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3B3E21C-3D2B-84B7-20DD-BE0CB881D9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30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-132876" y="1806998"/>
            <a:ext cx="4369956" cy="241892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B0E80FF-53C2-381F-6905-D43BCEC286FA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376414" y="1693293"/>
            <a:ext cx="4257131" cy="25455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44FB7040-4BF2-F04F-8F43-F922DBC533F7}"/>
              </a:ext>
            </a:extLst>
          </p:cNvPr>
          <p:cNvSpPr/>
          <p:nvPr/>
        </p:nvSpPr>
        <p:spPr>
          <a:xfrm>
            <a:off x="123802" y="1566636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424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FBB9A81-0F33-C694-8C7E-637F4FD459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44163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-132876" y="2023726"/>
            <a:ext cx="4369956" cy="220219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B0E80FF-53C2-381F-6905-D43BCEC286FA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289789" y="1885796"/>
            <a:ext cx="6729604" cy="258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44FB7040-4BF2-F04F-8F43-F922DBC533F7}"/>
              </a:ext>
            </a:extLst>
          </p:cNvPr>
          <p:cNvSpPr/>
          <p:nvPr/>
        </p:nvSpPr>
        <p:spPr>
          <a:xfrm>
            <a:off x="37177" y="1759139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372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FBB9A81-0F33-C694-8C7E-637F4FD4592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44163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-7623" y="2102324"/>
            <a:ext cx="4369956" cy="76600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6E93B15-D8AD-7352-BBF7-ED07CA79DE54}"/>
              </a:ext>
            </a:extLst>
          </p:cNvPr>
          <p:cNvSpPr/>
          <p:nvPr/>
        </p:nvSpPr>
        <p:spPr>
          <a:xfrm>
            <a:off x="2329314" y="3301465"/>
            <a:ext cx="1617044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0AED292-A022-951D-B0B2-6BDB1B57330D}"/>
              </a:ext>
            </a:extLst>
          </p:cNvPr>
          <p:cNvSpPr/>
          <p:nvPr/>
        </p:nvSpPr>
        <p:spPr>
          <a:xfrm>
            <a:off x="721864" y="3474720"/>
            <a:ext cx="895180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3C8658F-8B1B-CB7F-365B-1E123E13C2C3}"/>
              </a:ext>
            </a:extLst>
          </p:cNvPr>
          <p:cNvSpPr/>
          <p:nvPr/>
        </p:nvSpPr>
        <p:spPr>
          <a:xfrm>
            <a:off x="-48538" y="3907857"/>
            <a:ext cx="4369956" cy="34651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23E98DF-6AB9-42F7-1F57-536C70082078}"/>
              </a:ext>
            </a:extLst>
          </p:cNvPr>
          <p:cNvSpPr/>
          <p:nvPr/>
        </p:nvSpPr>
        <p:spPr>
          <a:xfrm>
            <a:off x="130236" y="2868328"/>
            <a:ext cx="1034421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81FE965-B54C-3A95-0E2B-4FF0E0FCB676}"/>
              </a:ext>
            </a:extLst>
          </p:cNvPr>
          <p:cNvCxnSpPr>
            <a:cxnSpLocks/>
          </p:cNvCxnSpPr>
          <p:nvPr/>
        </p:nvCxnSpPr>
        <p:spPr>
          <a:xfrm>
            <a:off x="3801979" y="3388093"/>
            <a:ext cx="1831566" cy="8507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2052CBB-50BE-C093-123F-3BEDBA64C58D}"/>
              </a:ext>
            </a:extLst>
          </p:cNvPr>
          <p:cNvCxnSpPr>
            <a:cxnSpLocks/>
          </p:cNvCxnSpPr>
          <p:nvPr/>
        </p:nvCxnSpPr>
        <p:spPr>
          <a:xfrm flipV="1">
            <a:off x="1376413" y="2102324"/>
            <a:ext cx="6679932" cy="146864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3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27C7C3AD-8F35-7FE1-231C-2F07EBD0041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81832" y="1596259"/>
            <a:ext cx="4456800" cy="28404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B9767B7-EE6D-6193-43A8-E45E1284648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83D20B-4845-3597-2080-D3C57CDE841D}"/>
              </a:ext>
            </a:extLst>
          </p:cNvPr>
          <p:cNvSpPr/>
          <p:nvPr/>
        </p:nvSpPr>
        <p:spPr>
          <a:xfrm>
            <a:off x="74207" y="2577257"/>
            <a:ext cx="4206295" cy="131510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3C8658F-8B1B-CB7F-365B-1E123E13C2C3}"/>
              </a:ext>
            </a:extLst>
          </p:cNvPr>
          <p:cNvSpPr/>
          <p:nvPr/>
        </p:nvSpPr>
        <p:spPr>
          <a:xfrm>
            <a:off x="-48538" y="3907857"/>
            <a:ext cx="4369956" cy="34651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23E98DF-6AB9-42F7-1F57-536C70082078}"/>
              </a:ext>
            </a:extLst>
          </p:cNvPr>
          <p:cNvSpPr/>
          <p:nvPr/>
        </p:nvSpPr>
        <p:spPr>
          <a:xfrm>
            <a:off x="130236" y="2252312"/>
            <a:ext cx="3585116" cy="173255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81FE965-B54C-3A95-0E2B-4FF0E0FCB676}"/>
              </a:ext>
            </a:extLst>
          </p:cNvPr>
          <p:cNvCxnSpPr>
            <a:cxnSpLocks/>
          </p:cNvCxnSpPr>
          <p:nvPr/>
        </p:nvCxnSpPr>
        <p:spPr>
          <a:xfrm>
            <a:off x="2329314" y="2425567"/>
            <a:ext cx="3917482" cy="4523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2052CBB-50BE-C093-123F-3BEDBA64C58D}"/>
              </a:ext>
            </a:extLst>
          </p:cNvPr>
          <p:cNvCxnSpPr>
            <a:cxnSpLocks/>
          </p:cNvCxnSpPr>
          <p:nvPr/>
        </p:nvCxnSpPr>
        <p:spPr>
          <a:xfrm>
            <a:off x="3599545" y="2358189"/>
            <a:ext cx="4157089" cy="124685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80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Espaço Reservado para Conteúdo 4" descr="Linha do tempo&#10;&#10;Descrição gerada automaticamente">
            <a:extLst>
              <a:ext uri="{FF2B5EF4-FFF2-40B4-BE49-F238E27FC236}">
                <a16:creationId xmlns:a16="http://schemas.microsoft.com/office/drawing/2014/main" id="{37B5F40C-2592-1861-8705-7152F18C7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35" y="1501447"/>
            <a:ext cx="4456800" cy="2842815"/>
          </a:xfr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946C339-0257-FE20-2F0C-093888A3B52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AD4140-6D50-BB66-6574-1C1CBDDA6E80}"/>
              </a:ext>
            </a:extLst>
          </p:cNvPr>
          <p:cNvSpPr/>
          <p:nvPr/>
        </p:nvSpPr>
        <p:spPr>
          <a:xfrm>
            <a:off x="-48538" y="2848303"/>
            <a:ext cx="4369956" cy="140606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B0FD76C-8F6A-7781-1E97-3323901C4D85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2396359" y="2672808"/>
            <a:ext cx="2722180" cy="7512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7DD68E32-3EF2-B0A8-AC84-974498FB4563}"/>
              </a:ext>
            </a:extLst>
          </p:cNvPr>
          <p:cNvSpPr/>
          <p:nvPr/>
        </p:nvSpPr>
        <p:spPr>
          <a:xfrm>
            <a:off x="67720" y="2518333"/>
            <a:ext cx="2328639" cy="3089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32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Programa#02 – Programação Modular(Uso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Espaço Reservado para Conteúdo 4" descr="Linha do tempo&#10;&#10;Descrição gerada automaticamente">
            <a:extLst>
              <a:ext uri="{FF2B5EF4-FFF2-40B4-BE49-F238E27FC236}">
                <a16:creationId xmlns:a16="http://schemas.microsoft.com/office/drawing/2014/main" id="{37B5F40C-2592-1861-8705-7152F18C7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35" y="1501447"/>
            <a:ext cx="4456800" cy="2842815"/>
          </a:xfr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946C339-0257-FE20-2F0C-093888A3B52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98" y="1596259"/>
            <a:ext cx="4456800" cy="28404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AD4140-6D50-BB66-6574-1C1CBDDA6E80}"/>
              </a:ext>
            </a:extLst>
          </p:cNvPr>
          <p:cNvSpPr/>
          <p:nvPr/>
        </p:nvSpPr>
        <p:spPr>
          <a:xfrm>
            <a:off x="-89454" y="1662186"/>
            <a:ext cx="4369956" cy="228288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D50FB05-E73E-DC00-A40D-8FD0E6764B61}"/>
              </a:ext>
            </a:extLst>
          </p:cNvPr>
          <p:cNvSpPr/>
          <p:nvPr/>
        </p:nvSpPr>
        <p:spPr>
          <a:xfrm>
            <a:off x="517793" y="4043190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56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275" y="1714501"/>
            <a:ext cx="5817449" cy="385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58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AD86F1C-66E3-87CD-00E5-1D12066E2F1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82" y="1819618"/>
            <a:ext cx="5133600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003082"/>
            <a:ext cx="3840480" cy="151173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D348791-D651-CD28-7D83-352971E72686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1356550" y="2876425"/>
            <a:ext cx="7104056" cy="9637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103938" y="2749768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105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129738"/>
            <a:ext cx="3840480" cy="138507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-111894" y="1909373"/>
            <a:ext cx="3840480" cy="104450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103938" y="2913396"/>
            <a:ext cx="1252612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A062CC-4243-7591-9720-C7A03E2BA1E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10400" y="1819618"/>
            <a:ext cx="5029662" cy="2840400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D348791-D651-CD28-7D83-352971E72686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1356550" y="2353847"/>
            <a:ext cx="2937576" cy="6862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79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A4C8CF71-010E-A79C-7100-15E463BF6B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79540" y="1836042"/>
            <a:ext cx="51336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307458"/>
            <a:ext cx="3840480" cy="120735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4"/>
            <a:ext cx="3840480" cy="114962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115614" y="3050713"/>
            <a:ext cx="2254136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34F787B8-7B7F-B662-30B2-8FF88D3342D8}"/>
              </a:ext>
            </a:extLst>
          </p:cNvPr>
          <p:cNvCxnSpPr>
            <a:cxnSpLocks/>
          </p:cNvCxnSpPr>
          <p:nvPr/>
        </p:nvCxnSpPr>
        <p:spPr>
          <a:xfrm flipV="1">
            <a:off x="2369750" y="3119775"/>
            <a:ext cx="2317753" cy="854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DAE06F1B-59C1-42F4-D1F3-ED3ABAD3FAE4}"/>
              </a:ext>
            </a:extLst>
          </p:cNvPr>
          <p:cNvCxnSpPr>
            <a:cxnSpLocks/>
          </p:cNvCxnSpPr>
          <p:nvPr/>
        </p:nvCxnSpPr>
        <p:spPr>
          <a:xfrm>
            <a:off x="5131690" y="3088454"/>
            <a:ext cx="3440810" cy="338140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uxograma: Conector 24">
            <a:extLst>
              <a:ext uri="{FF2B5EF4-FFF2-40B4-BE49-F238E27FC236}">
                <a16:creationId xmlns:a16="http://schemas.microsoft.com/office/drawing/2014/main" id="{E64D8095-00A6-5884-1619-8AC8D8E8A1AB}"/>
              </a:ext>
            </a:extLst>
          </p:cNvPr>
          <p:cNvSpPr/>
          <p:nvPr/>
        </p:nvSpPr>
        <p:spPr>
          <a:xfrm>
            <a:off x="8470504" y="3644418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22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id="{587A925A-D08B-CEAA-5DD5-18EC599FEBA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94" y="1789537"/>
            <a:ext cx="51336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3412575"/>
            <a:ext cx="3840480" cy="110223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4"/>
            <a:ext cx="3840480" cy="135985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6F18F4D-52CC-4DE1-E087-B30BE8500AF2}"/>
              </a:ext>
            </a:extLst>
          </p:cNvPr>
          <p:cNvSpPr/>
          <p:nvPr/>
        </p:nvSpPr>
        <p:spPr>
          <a:xfrm>
            <a:off x="115614" y="3209737"/>
            <a:ext cx="2254136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0D9397D-164F-41A2-EC0C-F9264CB79696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2369750" y="2420751"/>
            <a:ext cx="4040675" cy="9156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303F141-514D-FAA7-19FC-F3FB8FA95749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1907514"/>
            <a:ext cx="1950894" cy="422588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uxograma: Conector 25">
            <a:extLst>
              <a:ext uri="{FF2B5EF4-FFF2-40B4-BE49-F238E27FC236}">
                <a16:creationId xmlns:a16="http://schemas.microsoft.com/office/drawing/2014/main" id="{452F7B85-AFFD-E4D9-9B2F-C98C403677F8}"/>
              </a:ext>
            </a:extLst>
          </p:cNvPr>
          <p:cNvSpPr/>
          <p:nvPr/>
        </p:nvSpPr>
        <p:spPr>
          <a:xfrm>
            <a:off x="4254368" y="2233061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23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7BDF14E5-13FF-13BF-B053-260FB97597A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86954" y="1796510"/>
            <a:ext cx="5133600" cy="2840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CF17443-F63D-E3ED-7AAB-F95C5CA59E87}"/>
              </a:ext>
            </a:extLst>
          </p:cNvPr>
          <p:cNvSpPr/>
          <p:nvPr/>
        </p:nvSpPr>
        <p:spPr>
          <a:xfrm>
            <a:off x="0" y="4023359"/>
            <a:ext cx="3840480" cy="49145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3"/>
            <a:ext cx="3840480" cy="186552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71B1781-1648-B45A-5896-D0B83C49289C}"/>
              </a:ext>
            </a:extLst>
          </p:cNvPr>
          <p:cNvSpPr/>
          <p:nvPr/>
        </p:nvSpPr>
        <p:spPr>
          <a:xfrm>
            <a:off x="95557" y="3824458"/>
            <a:ext cx="3311785" cy="253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D348791-D651-CD28-7D83-352971E72686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3407342" y="3796142"/>
            <a:ext cx="1821150" cy="1549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18A181E-7D97-17B5-B155-6F975B5D7FAD}"/>
              </a:ext>
            </a:extLst>
          </p:cNvPr>
          <p:cNvSpPr/>
          <p:nvPr/>
        </p:nvSpPr>
        <p:spPr>
          <a:xfrm>
            <a:off x="5908873" y="3786246"/>
            <a:ext cx="2367815" cy="789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SOMA = 10 + 20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FB0EDD25-3BCB-F42B-D7EE-F49095096E4F}"/>
              </a:ext>
            </a:extLst>
          </p:cNvPr>
          <p:cNvCxnSpPr>
            <a:cxnSpLocks/>
          </p:cNvCxnSpPr>
          <p:nvPr/>
        </p:nvCxnSpPr>
        <p:spPr>
          <a:xfrm flipH="1" flipV="1">
            <a:off x="5416366" y="3773034"/>
            <a:ext cx="875104" cy="316805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69D8DCE-198E-B122-0B6F-D915534DB0B8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1907513"/>
            <a:ext cx="1908313" cy="447331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AE815C54-5A58-D88D-F0E2-6E53FB2D6AB0}"/>
              </a:ext>
            </a:extLst>
          </p:cNvPr>
          <p:cNvCxnSpPr>
            <a:cxnSpLocks/>
          </p:cNvCxnSpPr>
          <p:nvPr/>
        </p:nvCxnSpPr>
        <p:spPr>
          <a:xfrm>
            <a:off x="5105595" y="2788656"/>
            <a:ext cx="3466905" cy="536253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uxograma: Conector 40">
            <a:extLst>
              <a:ext uri="{FF2B5EF4-FFF2-40B4-BE49-F238E27FC236}">
                <a16:creationId xmlns:a16="http://schemas.microsoft.com/office/drawing/2014/main" id="{DAD5A774-85C2-2E24-767F-1BA615858619}"/>
              </a:ext>
            </a:extLst>
          </p:cNvPr>
          <p:cNvSpPr/>
          <p:nvPr/>
        </p:nvSpPr>
        <p:spPr>
          <a:xfrm>
            <a:off x="8470504" y="3644418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Fluxograma: Conector 41">
            <a:extLst>
              <a:ext uri="{FF2B5EF4-FFF2-40B4-BE49-F238E27FC236}">
                <a16:creationId xmlns:a16="http://schemas.microsoft.com/office/drawing/2014/main" id="{C95AF5B8-103C-C9ED-FAD3-C0C6F8B06818}"/>
              </a:ext>
            </a:extLst>
          </p:cNvPr>
          <p:cNvSpPr/>
          <p:nvPr/>
        </p:nvSpPr>
        <p:spPr>
          <a:xfrm>
            <a:off x="4296115" y="2156270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86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1" grpId="0" animBg="1"/>
      <p:bldP spid="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Programa#03 – Programação estruturada/linear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88736-31A8-A39B-ED22-83AFABE1B0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18"/>
            <a:ext cx="4012312" cy="28404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2200B8-A30F-66EA-24A7-DAD3F5254DB7}"/>
              </a:ext>
            </a:extLst>
          </p:cNvPr>
          <p:cNvSpPr/>
          <p:nvPr/>
        </p:nvSpPr>
        <p:spPr>
          <a:xfrm>
            <a:off x="0" y="1907513"/>
            <a:ext cx="3840480" cy="2352899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EB40ED6-F28D-A26A-45AD-97CE4096A80A}"/>
              </a:ext>
            </a:extLst>
          </p:cNvPr>
          <p:cNvSpPr/>
          <p:nvPr/>
        </p:nvSpPr>
        <p:spPr>
          <a:xfrm>
            <a:off x="315664" y="4245321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Espaço Reservado para Conteúdo 6" descr="Linha do tempo, Calendário&#10;&#10;Descrição gerada automaticamente">
            <a:extLst>
              <a:ext uri="{FF2B5EF4-FFF2-40B4-BE49-F238E27FC236}">
                <a16:creationId xmlns:a16="http://schemas.microsoft.com/office/drawing/2014/main" id="{570EAD4F-5A9D-5387-3961-CEE9FD87C33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360" y="1819618"/>
            <a:ext cx="5133600" cy="28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3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6025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16" y="1892721"/>
            <a:ext cx="6271625" cy="325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67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6987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46892" y="2274050"/>
            <a:ext cx="4041523" cy="213564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6E8940B-A480-405C-1A68-EE780B95911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10683" y="1740417"/>
            <a:ext cx="4899600" cy="2919600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E271BA07-E2EE-4A65-F47F-E62C309DB86A}"/>
              </a:ext>
            </a:extLst>
          </p:cNvPr>
          <p:cNvSpPr/>
          <p:nvPr/>
        </p:nvSpPr>
        <p:spPr>
          <a:xfrm>
            <a:off x="250257" y="2007858"/>
            <a:ext cx="1222408" cy="266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25D6B89-B8B4-31AD-71C6-43FD76694AAA}"/>
              </a:ext>
            </a:extLst>
          </p:cNvPr>
          <p:cNvCxnSpPr>
            <a:cxnSpLocks/>
          </p:cNvCxnSpPr>
          <p:nvPr/>
        </p:nvCxnSpPr>
        <p:spPr>
          <a:xfrm>
            <a:off x="1472665" y="2140954"/>
            <a:ext cx="3784173" cy="2043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08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46892" y="2462532"/>
            <a:ext cx="4041523" cy="194716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6BD3F78-93F0-1E37-F7E0-502A6946DE3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82199" y="1740417"/>
            <a:ext cx="4899600" cy="2919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6025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D650F8A-7F23-6C63-35AB-0858F42683F3}"/>
              </a:ext>
            </a:extLst>
          </p:cNvPr>
          <p:cNvSpPr/>
          <p:nvPr/>
        </p:nvSpPr>
        <p:spPr>
          <a:xfrm>
            <a:off x="93784" y="1812515"/>
            <a:ext cx="4041523" cy="38391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0CB6538-F91D-BE5E-10D4-270D6106B483}"/>
              </a:ext>
            </a:extLst>
          </p:cNvPr>
          <p:cNvSpPr/>
          <p:nvPr/>
        </p:nvSpPr>
        <p:spPr>
          <a:xfrm>
            <a:off x="202232" y="2492213"/>
            <a:ext cx="3886184" cy="191748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271BA07-E2EE-4A65-F47F-E62C309DB86A}"/>
              </a:ext>
            </a:extLst>
          </p:cNvPr>
          <p:cNvSpPr/>
          <p:nvPr/>
        </p:nvSpPr>
        <p:spPr>
          <a:xfrm>
            <a:off x="226811" y="2237701"/>
            <a:ext cx="1222408" cy="266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25D6B89-B8B4-31AD-71C6-43FD76694AAA}"/>
              </a:ext>
            </a:extLst>
          </p:cNvPr>
          <p:cNvCxnSpPr>
            <a:cxnSpLocks/>
          </p:cNvCxnSpPr>
          <p:nvPr/>
        </p:nvCxnSpPr>
        <p:spPr>
          <a:xfrm>
            <a:off x="1463040" y="2370797"/>
            <a:ext cx="2780714" cy="635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28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3DF4E428-1121-95B7-0054-7D0B0834FCE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82" y="1741754"/>
            <a:ext cx="4917600" cy="29196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7950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D650F8A-7F23-6C63-35AB-0858F42683F3}"/>
              </a:ext>
            </a:extLst>
          </p:cNvPr>
          <p:cNvSpPr/>
          <p:nvPr/>
        </p:nvSpPr>
        <p:spPr>
          <a:xfrm>
            <a:off x="269383" y="1812515"/>
            <a:ext cx="3819032" cy="1329793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0CB6538-F91D-BE5E-10D4-270D6106B483}"/>
              </a:ext>
            </a:extLst>
          </p:cNvPr>
          <p:cNvSpPr/>
          <p:nvPr/>
        </p:nvSpPr>
        <p:spPr>
          <a:xfrm>
            <a:off x="-906977" y="698702"/>
            <a:ext cx="3886184" cy="102942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14DF032-7006-BBD1-A8B5-4215D35B9CCA}"/>
              </a:ext>
            </a:extLst>
          </p:cNvPr>
          <p:cNvSpPr/>
          <p:nvPr/>
        </p:nvSpPr>
        <p:spPr>
          <a:xfrm>
            <a:off x="269383" y="3246018"/>
            <a:ext cx="804044" cy="19476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4C02141-E99A-25F0-244A-72E93255EDD2}"/>
              </a:ext>
            </a:extLst>
          </p:cNvPr>
          <p:cNvSpPr/>
          <p:nvPr/>
        </p:nvSpPr>
        <p:spPr>
          <a:xfrm>
            <a:off x="1972288" y="3813856"/>
            <a:ext cx="1794642" cy="18648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E9CC487-9DF7-7567-B5C1-8F6450802727}"/>
              </a:ext>
            </a:extLst>
          </p:cNvPr>
          <p:cNvSpPr/>
          <p:nvPr/>
        </p:nvSpPr>
        <p:spPr>
          <a:xfrm>
            <a:off x="571500" y="4000335"/>
            <a:ext cx="804044" cy="19476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8B129DC-6454-A8FC-6AD4-AF966319F768}"/>
              </a:ext>
            </a:extLst>
          </p:cNvPr>
          <p:cNvCxnSpPr>
            <a:cxnSpLocks/>
          </p:cNvCxnSpPr>
          <p:nvPr/>
        </p:nvCxnSpPr>
        <p:spPr>
          <a:xfrm flipV="1">
            <a:off x="3026099" y="1898601"/>
            <a:ext cx="2243410" cy="19455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9CC3F89-D629-3C99-8FEB-791AF3A1D4C6}"/>
              </a:ext>
            </a:extLst>
          </p:cNvPr>
          <p:cNvSpPr/>
          <p:nvPr/>
        </p:nvSpPr>
        <p:spPr>
          <a:xfrm>
            <a:off x="202231" y="4239939"/>
            <a:ext cx="3886184" cy="22531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3F4EDC26-988E-6543-27F4-1ED02B5A20B0}"/>
              </a:ext>
            </a:extLst>
          </p:cNvPr>
          <p:cNvCxnSpPr>
            <a:cxnSpLocks/>
          </p:cNvCxnSpPr>
          <p:nvPr/>
        </p:nvCxnSpPr>
        <p:spPr>
          <a:xfrm flipV="1">
            <a:off x="1218937" y="2571750"/>
            <a:ext cx="2991808" cy="147342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uxograma: Conector 28">
            <a:extLst>
              <a:ext uri="{FF2B5EF4-FFF2-40B4-BE49-F238E27FC236}">
                <a16:creationId xmlns:a16="http://schemas.microsoft.com/office/drawing/2014/main" id="{CD40E54F-392B-5145-93FC-F173F2435549}"/>
              </a:ext>
            </a:extLst>
          </p:cNvPr>
          <p:cNvSpPr/>
          <p:nvPr/>
        </p:nvSpPr>
        <p:spPr>
          <a:xfrm>
            <a:off x="5203931" y="2080662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luxograma: Conector 29">
            <a:extLst>
              <a:ext uri="{FF2B5EF4-FFF2-40B4-BE49-F238E27FC236}">
                <a16:creationId xmlns:a16="http://schemas.microsoft.com/office/drawing/2014/main" id="{D777F5BF-754E-EFEB-F56E-4F7A3ACF4BE5}"/>
              </a:ext>
            </a:extLst>
          </p:cNvPr>
          <p:cNvSpPr/>
          <p:nvPr/>
        </p:nvSpPr>
        <p:spPr>
          <a:xfrm>
            <a:off x="4182199" y="2862234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03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E5F07B30-075A-9026-ACB6-B3DE5CA4DD1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58892" y="1799685"/>
            <a:ext cx="4899600" cy="29196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754"/>
            <a:ext cx="4196862" cy="303546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779502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D650F8A-7F23-6C63-35AB-0858F42683F3}"/>
              </a:ext>
            </a:extLst>
          </p:cNvPr>
          <p:cNvSpPr/>
          <p:nvPr/>
        </p:nvSpPr>
        <p:spPr>
          <a:xfrm>
            <a:off x="269383" y="1853764"/>
            <a:ext cx="3819032" cy="62180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0CB6538-F91D-BE5E-10D4-270D6106B483}"/>
              </a:ext>
            </a:extLst>
          </p:cNvPr>
          <p:cNvSpPr/>
          <p:nvPr/>
        </p:nvSpPr>
        <p:spPr>
          <a:xfrm>
            <a:off x="-906977" y="698702"/>
            <a:ext cx="3886184" cy="102942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14DF032-7006-BBD1-A8B5-4215D35B9CCA}"/>
              </a:ext>
            </a:extLst>
          </p:cNvPr>
          <p:cNvSpPr/>
          <p:nvPr/>
        </p:nvSpPr>
        <p:spPr>
          <a:xfrm>
            <a:off x="290010" y="2459092"/>
            <a:ext cx="3476920" cy="18648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8B129DC-6454-A8FC-6AD4-AF966319F768}"/>
              </a:ext>
            </a:extLst>
          </p:cNvPr>
          <p:cNvCxnSpPr>
            <a:cxnSpLocks/>
          </p:cNvCxnSpPr>
          <p:nvPr/>
        </p:nvCxnSpPr>
        <p:spPr>
          <a:xfrm>
            <a:off x="2830872" y="2678470"/>
            <a:ext cx="3657350" cy="11886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9CC3F89-D629-3C99-8FEB-791AF3A1D4C6}"/>
              </a:ext>
            </a:extLst>
          </p:cNvPr>
          <p:cNvSpPr/>
          <p:nvPr/>
        </p:nvSpPr>
        <p:spPr>
          <a:xfrm>
            <a:off x="202231" y="4239939"/>
            <a:ext cx="3886184" cy="225311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Fluxograma: Conector 28">
            <a:extLst>
              <a:ext uri="{FF2B5EF4-FFF2-40B4-BE49-F238E27FC236}">
                <a16:creationId xmlns:a16="http://schemas.microsoft.com/office/drawing/2014/main" id="{CD40E54F-392B-5145-93FC-F173F2435549}"/>
              </a:ext>
            </a:extLst>
          </p:cNvPr>
          <p:cNvSpPr/>
          <p:nvPr/>
        </p:nvSpPr>
        <p:spPr>
          <a:xfrm>
            <a:off x="5203931" y="2197892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luxograma: Conector 29">
            <a:extLst>
              <a:ext uri="{FF2B5EF4-FFF2-40B4-BE49-F238E27FC236}">
                <a16:creationId xmlns:a16="http://schemas.microsoft.com/office/drawing/2014/main" id="{D777F5BF-754E-EFEB-F56E-4F7A3ACF4BE5}"/>
              </a:ext>
            </a:extLst>
          </p:cNvPr>
          <p:cNvSpPr/>
          <p:nvPr/>
        </p:nvSpPr>
        <p:spPr>
          <a:xfrm>
            <a:off x="4182199" y="2979464"/>
            <a:ext cx="341881" cy="338689"/>
          </a:xfrm>
          <a:prstGeom prst="flowChartConnector">
            <a:avLst/>
          </a:prstGeom>
          <a:solidFill>
            <a:srgbClr val="00206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D93A5EF-75E4-DFF7-9070-23D625DD6836}"/>
              </a:ext>
            </a:extLst>
          </p:cNvPr>
          <p:cNvSpPr/>
          <p:nvPr/>
        </p:nvSpPr>
        <p:spPr>
          <a:xfrm>
            <a:off x="243969" y="2661886"/>
            <a:ext cx="1584831" cy="186482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8D4ABCB-6851-58F9-063C-358F0577920A}"/>
              </a:ext>
            </a:extLst>
          </p:cNvPr>
          <p:cNvCxnSpPr>
            <a:cxnSpLocks/>
          </p:cNvCxnSpPr>
          <p:nvPr/>
        </p:nvCxnSpPr>
        <p:spPr>
          <a:xfrm flipH="1" flipV="1">
            <a:off x="5500774" y="1898601"/>
            <a:ext cx="1052107" cy="1939438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6AEB55C1-7484-4C39-CEE4-34A0584671EC}"/>
              </a:ext>
            </a:extLst>
          </p:cNvPr>
          <p:cNvCxnSpPr>
            <a:cxnSpLocks/>
          </p:cNvCxnSpPr>
          <p:nvPr/>
        </p:nvCxnSpPr>
        <p:spPr>
          <a:xfrm flipH="1" flipV="1">
            <a:off x="4461599" y="2678470"/>
            <a:ext cx="701203" cy="1929336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C321D860-5299-4564-83B6-E595D2ED7FBB}"/>
              </a:ext>
            </a:extLst>
          </p:cNvPr>
          <p:cNvSpPr/>
          <p:nvPr/>
        </p:nvSpPr>
        <p:spPr>
          <a:xfrm>
            <a:off x="304622" y="3272802"/>
            <a:ext cx="3819032" cy="1123984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3F4EDC26-988E-6543-27F4-1ED02B5A20B0}"/>
              </a:ext>
            </a:extLst>
          </p:cNvPr>
          <p:cNvCxnSpPr>
            <a:cxnSpLocks/>
          </p:cNvCxnSpPr>
          <p:nvPr/>
        </p:nvCxnSpPr>
        <p:spPr>
          <a:xfrm>
            <a:off x="1371600" y="2811072"/>
            <a:ext cx="3517889" cy="1796734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1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247935" y="1817089"/>
            <a:ext cx="3840480" cy="1016512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68F19F-2821-B786-1D20-74DEDF9BCC3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196862" y="1767670"/>
            <a:ext cx="4917600" cy="29196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B91D9B-0BF2-B719-26BC-8379ACA4C2A1}"/>
              </a:ext>
            </a:extLst>
          </p:cNvPr>
          <p:cNvSpPr/>
          <p:nvPr/>
        </p:nvSpPr>
        <p:spPr>
          <a:xfrm>
            <a:off x="247935" y="3148876"/>
            <a:ext cx="3840480" cy="1192118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D3A1332-1DBB-DB19-D245-CE37A24AF59B}"/>
              </a:ext>
            </a:extLst>
          </p:cNvPr>
          <p:cNvSpPr/>
          <p:nvPr/>
        </p:nvSpPr>
        <p:spPr>
          <a:xfrm>
            <a:off x="381155" y="2833627"/>
            <a:ext cx="557603" cy="17908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7AEEA8E-2CA2-A85B-4495-0F6CC6D2F0CE}"/>
              </a:ext>
            </a:extLst>
          </p:cNvPr>
          <p:cNvCxnSpPr>
            <a:cxnSpLocks/>
          </p:cNvCxnSpPr>
          <p:nvPr/>
        </p:nvCxnSpPr>
        <p:spPr>
          <a:xfrm>
            <a:off x="938758" y="3012707"/>
            <a:ext cx="6347566" cy="11357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554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52BA-987A-47B7-9B99-89A85F99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64" y="345078"/>
            <a:ext cx="7633742" cy="1119099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Ponteiros- Representação Memória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15E800-AD7A-4C6E-8D4E-2C99502CB991}"/>
              </a:ext>
            </a:extLst>
          </p:cNvPr>
          <p:cNvSpPr txBox="1">
            <a:spLocks/>
          </p:cNvSpPr>
          <p:nvPr/>
        </p:nvSpPr>
        <p:spPr>
          <a:xfrm>
            <a:off x="938758" y="904627"/>
            <a:ext cx="7873627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5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Programa#04 – Programação Modular (Uso de Função)</a:t>
            </a:r>
          </a:p>
          <a:p>
            <a:pPr algn="ctr">
              <a:lnSpc>
                <a:spcPct val="150000"/>
              </a:lnSpc>
            </a:pPr>
            <a:r>
              <a:rPr lang="pt-BR" sz="1800" dirty="0">
                <a:solidFill>
                  <a:srgbClr val="FF0000"/>
                </a:solidFill>
                <a:highlight>
                  <a:srgbClr val="FFFF00"/>
                </a:highlight>
              </a:rPr>
              <a:t>Com USO DE PONTEIRO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99DAA-8CFC-2E41-3791-6F6AD52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6E5D6-10C4-65E8-1A63-2A16EDC50E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1754"/>
            <a:ext cx="4196862" cy="2918263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7A12489-C91F-8C96-7C35-29AC75E83148}"/>
              </a:ext>
            </a:extLst>
          </p:cNvPr>
          <p:cNvSpPr/>
          <p:nvPr/>
        </p:nvSpPr>
        <p:spPr>
          <a:xfrm>
            <a:off x="247935" y="1817088"/>
            <a:ext cx="3840480" cy="2352899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62BDD49-8E87-33DD-C405-B03FDBB98FAA}"/>
              </a:ext>
            </a:extLst>
          </p:cNvPr>
          <p:cNvSpPr/>
          <p:nvPr/>
        </p:nvSpPr>
        <p:spPr>
          <a:xfrm>
            <a:off x="479786" y="4174983"/>
            <a:ext cx="1024568" cy="301072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68F19F-2821-B786-1D20-74DEDF9BCC3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196862" y="1767670"/>
            <a:ext cx="4917600" cy="29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42857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591</TotalTime>
  <Words>944</Words>
  <Application>Microsoft Office PowerPoint</Application>
  <PresentationFormat>Apresentação na tela (16:9)</PresentationFormat>
  <Paragraphs>132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Gill Sans MT</vt:lpstr>
      <vt:lpstr>Impact</vt:lpstr>
      <vt:lpstr>Selo</vt:lpstr>
      <vt:lpstr>ED Estruturas de Dados</vt:lpstr>
      <vt:lpstr>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  <vt:lpstr>Ponteiros- Representação Memória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henrique verissimo pereira</dc:creator>
  <cp:lastModifiedBy>Carlos Henrique Verissimo Pereira</cp:lastModifiedBy>
  <cp:revision>43</cp:revision>
  <dcterms:created xsi:type="dcterms:W3CDTF">2020-04-02T18:40:43Z</dcterms:created>
  <dcterms:modified xsi:type="dcterms:W3CDTF">2026-03-23T23:26:47Z</dcterms:modified>
</cp:coreProperties>
</file>